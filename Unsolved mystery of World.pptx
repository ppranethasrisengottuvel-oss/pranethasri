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5" r:id="rId1"/>
  </p:sldMasterIdLst>
  <p:notesMasterIdLst>
    <p:notesMasterId r:id="rId9"/>
  </p:notesMasterIdLst>
  <p:sldIdLst>
    <p:sldId id="256" r:id="rId2"/>
    <p:sldId id="259" r:id="rId3"/>
    <p:sldId id="288" r:id="rId4"/>
    <p:sldId id="291" r:id="rId5"/>
    <p:sldId id="289" r:id="rId6"/>
    <p:sldId id="294" r:id="rId7"/>
    <p:sldId id="292" r:id="rId8"/>
  </p:sldIdLst>
  <p:sldSz cx="9144000" cy="5143500" type="screen16x9"/>
  <p:notesSz cx="6858000" cy="9144000"/>
  <p:embeddedFontLst>
    <p:embeddedFont>
      <p:font typeface="Space Grotesk" panose="020B0604020202020204" charset="0"/>
      <p:regular r:id="rId10"/>
      <p:bold r:id="rId11"/>
    </p:embeddedFont>
    <p:embeddedFont>
      <p:font typeface="Space Grotesk Medium" panose="020B0604020202020204" charset="0"/>
      <p:regular r:id="rId12"/>
      <p:bold r:id="rId13"/>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C8BDF18-A149-40EF-8B37-FB1C5A08F615}">
  <a:tblStyle styleId="{BC8BDF18-A149-40EF-8B37-FB1C5A08F61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43" autoAdjust="0"/>
    <p:restoredTop sz="94660"/>
  </p:normalViewPr>
  <p:slideViewPr>
    <p:cSldViewPr snapToGrid="0">
      <p:cViewPr varScale="1">
        <p:scale>
          <a:sx n="119" d="100"/>
          <a:sy n="119" d="100"/>
        </p:scale>
        <p:origin x="451"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nethasri S.K" userId="f1c79aaaeedc75cb" providerId="LiveId" clId="{720C6C42-EB6E-41CE-8955-52A565B157B1}"/>
    <pc:docChg chg="undo custSel modSld sldOrd">
      <pc:chgData name="Pranethasri S.K" userId="f1c79aaaeedc75cb" providerId="LiveId" clId="{720C6C42-EB6E-41CE-8955-52A565B157B1}" dt="2025-10-15T16:56:54.446" v="41" actId="14100"/>
      <pc:docMkLst>
        <pc:docMk/>
      </pc:docMkLst>
      <pc:sldChg chg="modSp mod">
        <pc:chgData name="Pranethasri S.K" userId="f1c79aaaeedc75cb" providerId="LiveId" clId="{720C6C42-EB6E-41CE-8955-52A565B157B1}" dt="2025-10-15T16:56:54.446" v="41" actId="14100"/>
        <pc:sldMkLst>
          <pc:docMk/>
          <pc:sldMk cId="0" sldId="256"/>
        </pc:sldMkLst>
        <pc:spChg chg="mod">
          <ac:chgData name="Pranethasri S.K" userId="f1c79aaaeedc75cb" providerId="LiveId" clId="{720C6C42-EB6E-41CE-8955-52A565B157B1}" dt="2025-10-15T16:56:54.446" v="41" actId="14100"/>
          <ac:spMkLst>
            <pc:docMk/>
            <pc:sldMk cId="0" sldId="256"/>
            <ac:spMk id="3" creationId="{1164AA61-3A5E-C7CB-AE58-BFDC387AEEB2}"/>
          </ac:spMkLst>
        </pc:spChg>
        <pc:spChg chg="mod">
          <ac:chgData name="Pranethasri S.K" userId="f1c79aaaeedc75cb" providerId="LiveId" clId="{720C6C42-EB6E-41CE-8955-52A565B157B1}" dt="2025-10-15T16:56:31.239" v="38" actId="14100"/>
          <ac:spMkLst>
            <pc:docMk/>
            <pc:sldMk cId="0" sldId="256"/>
            <ac:spMk id="104" creationId="{00000000-0000-0000-0000-000000000000}"/>
          </ac:spMkLst>
        </pc:spChg>
      </pc:sldChg>
      <pc:sldChg chg="ord">
        <pc:chgData name="Pranethasri S.K" userId="f1c79aaaeedc75cb" providerId="LiveId" clId="{720C6C42-EB6E-41CE-8955-52A565B157B1}" dt="2025-10-15T16:54:39.345" v="1"/>
        <pc:sldMkLst>
          <pc:docMk/>
          <pc:sldMk cId="0" sldId="25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54dda1946d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54dda1946d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0993C64-AC31-48F0-A011-13A785185AC7}" type="datetimeFigureOut">
              <a:rPr lang="en-IN" smtClean="0"/>
              <a:t>20-11-2025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99FFAB1-E320-460F-8F10-C2CC3EDA558D}" type="slidenum">
              <a:rPr lang="en-IN" smtClean="0"/>
              <a:t>‹#›</a:t>
            </a:fld>
            <a:endParaRPr lang="en-IN"/>
          </a:p>
        </p:txBody>
      </p:sp>
    </p:spTree>
    <p:extLst>
      <p:ext uri="{BB962C8B-B14F-4D97-AF65-F5344CB8AC3E}">
        <p14:creationId xmlns:p14="http://schemas.microsoft.com/office/powerpoint/2010/main" val="1431805110"/>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0993C64-AC31-48F0-A011-13A785185AC7}" type="datetimeFigureOut">
              <a:rPr lang="en-IN" smtClean="0"/>
              <a:t>20-11-2025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99FFAB1-E320-460F-8F10-C2CC3EDA558D}" type="slidenum">
              <a:rPr lang="en-IN" smtClean="0"/>
              <a:t>‹#›</a:t>
            </a:fld>
            <a:endParaRPr lang="en-IN"/>
          </a:p>
        </p:txBody>
      </p:sp>
    </p:spTree>
    <p:extLst>
      <p:ext uri="{BB962C8B-B14F-4D97-AF65-F5344CB8AC3E}">
        <p14:creationId xmlns:p14="http://schemas.microsoft.com/office/powerpoint/2010/main" val="2722069044"/>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shade val="82000"/>
                  </a:schemeClr>
                </a:solidFill>
              </a:defRPr>
            </a:lvl1pPr>
            <a:lvl2pPr marL="342900" indent="0">
              <a:buNone/>
              <a:defRPr sz="1500">
                <a:solidFill>
                  <a:schemeClr val="tx1">
                    <a:shade val="82000"/>
                  </a:schemeClr>
                </a:solidFill>
              </a:defRPr>
            </a:lvl2pPr>
            <a:lvl3pPr marL="685800" indent="0">
              <a:buNone/>
              <a:defRPr sz="1350">
                <a:solidFill>
                  <a:schemeClr val="tx1">
                    <a:shade val="82000"/>
                  </a:schemeClr>
                </a:solidFill>
              </a:defRPr>
            </a:lvl3pPr>
            <a:lvl4pPr marL="1028700" indent="0">
              <a:buNone/>
              <a:defRPr sz="1200">
                <a:solidFill>
                  <a:schemeClr val="tx1">
                    <a:shade val="82000"/>
                  </a:schemeClr>
                </a:solidFill>
              </a:defRPr>
            </a:lvl4pPr>
            <a:lvl5pPr marL="1371600" indent="0">
              <a:buNone/>
              <a:defRPr sz="1200">
                <a:solidFill>
                  <a:schemeClr val="tx1">
                    <a:shade val="82000"/>
                  </a:schemeClr>
                </a:solidFill>
              </a:defRPr>
            </a:lvl5pPr>
            <a:lvl6pPr marL="1714500" indent="0">
              <a:buNone/>
              <a:defRPr sz="1200">
                <a:solidFill>
                  <a:schemeClr val="tx1">
                    <a:shade val="82000"/>
                  </a:schemeClr>
                </a:solidFill>
              </a:defRPr>
            </a:lvl6pPr>
            <a:lvl7pPr marL="2057400" indent="0">
              <a:buNone/>
              <a:defRPr sz="1200">
                <a:solidFill>
                  <a:schemeClr val="tx1">
                    <a:shade val="82000"/>
                  </a:schemeClr>
                </a:solidFill>
              </a:defRPr>
            </a:lvl7pPr>
            <a:lvl8pPr marL="2400300" indent="0">
              <a:buNone/>
              <a:defRPr sz="1200">
                <a:solidFill>
                  <a:schemeClr val="tx1">
                    <a:shade val="82000"/>
                  </a:schemeClr>
                </a:solidFill>
              </a:defRPr>
            </a:lvl8pPr>
            <a:lvl9pPr marL="2743200" indent="0">
              <a:buNone/>
              <a:defRPr sz="1200">
                <a:solidFill>
                  <a:schemeClr val="tx1">
                    <a:shade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0993C64-AC31-48F0-A011-13A785185AC7}" type="datetimeFigureOut">
              <a:rPr lang="en-IN" smtClean="0"/>
              <a:t>20-11-2025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99FFAB1-E320-460F-8F10-C2CC3EDA558D}" type="slidenum">
              <a:rPr lang="en-IN" smtClean="0"/>
              <a:t>‹#›</a:t>
            </a:fld>
            <a:endParaRPr lang="en-IN"/>
          </a:p>
        </p:txBody>
      </p:sp>
    </p:spTree>
    <p:extLst>
      <p:ext uri="{BB962C8B-B14F-4D97-AF65-F5344CB8AC3E}">
        <p14:creationId xmlns:p14="http://schemas.microsoft.com/office/powerpoint/2010/main" val="3493108051"/>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0993C64-AC31-48F0-A011-13A785185AC7}" type="datetimeFigureOut">
              <a:rPr lang="en-IN" smtClean="0"/>
              <a:t>20-11-2025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99FFAB1-E320-460F-8F10-C2CC3EDA558D}" type="slidenum">
              <a:rPr lang="en-IN" smtClean="0"/>
              <a:t>‹#›</a:t>
            </a:fld>
            <a:endParaRPr lang="en-IN"/>
          </a:p>
        </p:txBody>
      </p:sp>
    </p:spTree>
    <p:extLst>
      <p:ext uri="{BB962C8B-B14F-4D97-AF65-F5344CB8AC3E}">
        <p14:creationId xmlns:p14="http://schemas.microsoft.com/office/powerpoint/2010/main" val="3722751038"/>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0993C64-AC31-48F0-A011-13A785185AC7}" type="datetimeFigureOut">
              <a:rPr lang="en-IN" smtClean="0"/>
              <a:t>20-11-2025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99FFAB1-E320-460F-8F10-C2CC3EDA558D}" type="slidenum">
              <a:rPr lang="en-IN" smtClean="0"/>
              <a:t>‹#›</a:t>
            </a:fld>
            <a:endParaRPr lang="en-IN"/>
          </a:p>
        </p:txBody>
      </p:sp>
    </p:spTree>
    <p:extLst>
      <p:ext uri="{BB962C8B-B14F-4D97-AF65-F5344CB8AC3E}">
        <p14:creationId xmlns:p14="http://schemas.microsoft.com/office/powerpoint/2010/main" val="3874098019"/>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0993C64-AC31-48F0-A011-13A785185AC7}" type="datetimeFigureOut">
              <a:rPr lang="en-IN" smtClean="0"/>
              <a:t>20-11-2025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99FFAB1-E320-460F-8F10-C2CC3EDA558D}" type="slidenum">
              <a:rPr lang="en-IN" smtClean="0"/>
              <a:t>‹#›</a:t>
            </a:fld>
            <a:endParaRPr lang="en-IN"/>
          </a:p>
        </p:txBody>
      </p:sp>
    </p:spTree>
    <p:extLst>
      <p:ext uri="{BB962C8B-B14F-4D97-AF65-F5344CB8AC3E}">
        <p14:creationId xmlns:p14="http://schemas.microsoft.com/office/powerpoint/2010/main" val="1590609215"/>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0993C64-AC31-48F0-A011-13A785185AC7}" type="datetimeFigureOut">
              <a:rPr lang="en-IN" smtClean="0"/>
              <a:t>20-11-2025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99FFAB1-E320-460F-8F10-C2CC3EDA558D}" type="slidenum">
              <a:rPr lang="en-IN" smtClean="0"/>
              <a:t>‹#›</a:t>
            </a:fld>
            <a:endParaRPr lang="en-IN"/>
          </a:p>
        </p:txBody>
      </p:sp>
    </p:spTree>
    <p:extLst>
      <p:ext uri="{BB962C8B-B14F-4D97-AF65-F5344CB8AC3E}">
        <p14:creationId xmlns:p14="http://schemas.microsoft.com/office/powerpoint/2010/main" val="901373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0993C64-AC31-48F0-A011-13A785185AC7}" type="datetimeFigureOut">
              <a:rPr lang="en-IN" smtClean="0"/>
              <a:t>20-11-2025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99FFAB1-E320-460F-8F10-C2CC3EDA558D}" type="slidenum">
              <a:rPr lang="en-IN" smtClean="0"/>
              <a:t>‹#›</a:t>
            </a:fld>
            <a:endParaRPr lang="en-IN"/>
          </a:p>
        </p:txBody>
      </p:sp>
    </p:spTree>
    <p:extLst>
      <p:ext uri="{BB962C8B-B14F-4D97-AF65-F5344CB8AC3E}">
        <p14:creationId xmlns:p14="http://schemas.microsoft.com/office/powerpoint/2010/main" val="3392938007"/>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0993C64-AC31-48F0-A011-13A785185AC7}" type="datetimeFigureOut">
              <a:rPr lang="en-IN" smtClean="0"/>
              <a:t>20-11-2025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99FFAB1-E320-460F-8F10-C2CC3EDA558D}" type="slidenum">
              <a:rPr lang="en-IN" smtClean="0"/>
              <a:t>‹#›</a:t>
            </a:fld>
            <a:endParaRPr lang="en-IN"/>
          </a:p>
        </p:txBody>
      </p:sp>
    </p:spTree>
    <p:extLst>
      <p:ext uri="{BB962C8B-B14F-4D97-AF65-F5344CB8AC3E}">
        <p14:creationId xmlns:p14="http://schemas.microsoft.com/office/powerpoint/2010/main" val="3215951465"/>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0993C64-AC31-48F0-A011-13A785185AC7}" type="datetimeFigureOut">
              <a:rPr lang="en-IN" smtClean="0"/>
              <a:t>20-11-2025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99FFAB1-E320-460F-8F10-C2CC3EDA558D}" type="slidenum">
              <a:rPr lang="en-IN" smtClean="0"/>
              <a:t>‹#›</a:t>
            </a:fld>
            <a:endParaRPr lang="en-IN"/>
          </a:p>
        </p:txBody>
      </p:sp>
    </p:spTree>
    <p:extLst>
      <p:ext uri="{BB962C8B-B14F-4D97-AF65-F5344CB8AC3E}">
        <p14:creationId xmlns:p14="http://schemas.microsoft.com/office/powerpoint/2010/main" val="2222382710"/>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0993C64-AC31-48F0-A011-13A785185AC7}" type="datetimeFigureOut">
              <a:rPr lang="en-IN" smtClean="0"/>
              <a:t>20-11-2025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99FFAB1-E320-460F-8F10-C2CC3EDA558D}" type="slidenum">
              <a:rPr lang="en-IN" smtClean="0"/>
              <a:t>‹#›</a:t>
            </a:fld>
            <a:endParaRPr lang="en-IN"/>
          </a:p>
        </p:txBody>
      </p:sp>
    </p:spTree>
    <p:extLst>
      <p:ext uri="{BB962C8B-B14F-4D97-AF65-F5344CB8AC3E}">
        <p14:creationId xmlns:p14="http://schemas.microsoft.com/office/powerpoint/2010/main" val="2627940643"/>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57"/>
        <p:cNvGrpSpPr/>
        <p:nvPr/>
      </p:nvGrpSpPr>
      <p:grpSpPr>
        <a:xfrm>
          <a:off x="0" y="0"/>
          <a:ext cx="0" cy="0"/>
          <a:chOff x="0" y="0"/>
          <a:chExt cx="0" cy="0"/>
        </a:xfrm>
      </p:grpSpPr>
      <p:sp>
        <p:nvSpPr>
          <p:cNvPr id="58" name="Google Shape;58;p14"/>
          <p:cNvSpPr txBox="1">
            <a:spLocks noGrp="1"/>
          </p:cNvSpPr>
          <p:nvPr>
            <p:ph type="title"/>
          </p:nvPr>
        </p:nvSpPr>
        <p:spPr>
          <a:xfrm>
            <a:off x="228600" y="888300"/>
            <a:ext cx="7496100" cy="1507800"/>
          </a:xfrm>
          <a:prstGeom prst="rect">
            <a:avLst/>
          </a:prstGeom>
        </p:spPr>
        <p:txBody>
          <a:bodyPr spcFirstLastPara="1" wrap="square" lIns="91425" tIns="91425" rIns="91425" bIns="91425" anchor="b" anchorCtr="0">
            <a:noAutofit/>
          </a:bodyPr>
          <a:lstStyle>
            <a:lvl1pPr lvl="0">
              <a:spcBef>
                <a:spcPts val="0"/>
              </a:spcBef>
              <a:spcAft>
                <a:spcPts val="0"/>
              </a:spcAft>
              <a:buSzPts val="26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59" name="Google Shape;59;p14"/>
          <p:cNvSpPr txBox="1">
            <a:spLocks noGrp="1"/>
          </p:cNvSpPr>
          <p:nvPr>
            <p:ph type="subTitle" idx="1"/>
          </p:nvPr>
        </p:nvSpPr>
        <p:spPr>
          <a:xfrm>
            <a:off x="2528775" y="2624550"/>
            <a:ext cx="6387300" cy="1630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Char char="●"/>
              <a:defRPr sz="1200"/>
            </a:lvl1pPr>
            <a:lvl2pPr lvl="1" algn="ctr">
              <a:lnSpc>
                <a:spcPct val="100000"/>
              </a:lnSpc>
              <a:spcBef>
                <a:spcPts val="0"/>
              </a:spcBef>
              <a:spcAft>
                <a:spcPts val="0"/>
              </a:spcAft>
              <a:buSzPts val="1200"/>
              <a:buChar char="○"/>
              <a:defRPr/>
            </a:lvl2pPr>
            <a:lvl3pPr lvl="2" algn="ctr">
              <a:lnSpc>
                <a:spcPct val="100000"/>
              </a:lnSpc>
              <a:spcBef>
                <a:spcPts val="0"/>
              </a:spcBef>
              <a:spcAft>
                <a:spcPts val="0"/>
              </a:spcAft>
              <a:buSzPts val="1200"/>
              <a:buChar char="■"/>
              <a:defRPr/>
            </a:lvl3pPr>
            <a:lvl4pPr lvl="3" algn="ctr">
              <a:lnSpc>
                <a:spcPct val="100000"/>
              </a:lnSpc>
              <a:spcBef>
                <a:spcPts val="0"/>
              </a:spcBef>
              <a:spcAft>
                <a:spcPts val="0"/>
              </a:spcAft>
              <a:buSzPts val="1200"/>
              <a:buChar char="●"/>
              <a:defRPr/>
            </a:lvl4pPr>
            <a:lvl5pPr lvl="4" algn="ctr">
              <a:lnSpc>
                <a:spcPct val="100000"/>
              </a:lnSpc>
              <a:spcBef>
                <a:spcPts val="0"/>
              </a:spcBef>
              <a:spcAft>
                <a:spcPts val="0"/>
              </a:spcAft>
              <a:buSzPts val="1200"/>
              <a:buChar char="○"/>
              <a:defRPr/>
            </a:lvl5pPr>
            <a:lvl6pPr lvl="5" algn="ctr">
              <a:lnSpc>
                <a:spcPct val="100000"/>
              </a:lnSpc>
              <a:spcBef>
                <a:spcPts val="0"/>
              </a:spcBef>
              <a:spcAft>
                <a:spcPts val="0"/>
              </a:spcAft>
              <a:buSzPts val="1200"/>
              <a:buChar char="■"/>
              <a:defRPr/>
            </a:lvl6pPr>
            <a:lvl7pPr lvl="6" algn="ctr">
              <a:lnSpc>
                <a:spcPct val="100000"/>
              </a:lnSpc>
              <a:spcBef>
                <a:spcPts val="0"/>
              </a:spcBef>
              <a:spcAft>
                <a:spcPts val="0"/>
              </a:spcAft>
              <a:buSzPts val="1200"/>
              <a:buChar char="●"/>
              <a:defRPr/>
            </a:lvl7pPr>
            <a:lvl8pPr lvl="7" algn="ctr">
              <a:lnSpc>
                <a:spcPct val="100000"/>
              </a:lnSpc>
              <a:spcBef>
                <a:spcPts val="0"/>
              </a:spcBef>
              <a:spcAft>
                <a:spcPts val="0"/>
              </a:spcAft>
              <a:buSzPts val="1200"/>
              <a:buChar char="○"/>
              <a:defRPr/>
            </a:lvl8pPr>
            <a:lvl9pPr lvl="8" algn="ctr">
              <a:lnSpc>
                <a:spcPct val="100000"/>
              </a:lnSpc>
              <a:spcBef>
                <a:spcPts val="0"/>
              </a:spcBef>
              <a:spcAft>
                <a:spcPts val="0"/>
              </a:spcAft>
              <a:buSzPts val="1200"/>
              <a:buChar char="■"/>
              <a:defRPr/>
            </a:lvl9pPr>
          </a:lstStyle>
          <a:p>
            <a:endParaRPr/>
          </a:p>
        </p:txBody>
      </p:sp>
    </p:spTree>
    <p:extLst>
      <p:ext uri="{BB962C8B-B14F-4D97-AF65-F5344CB8AC3E}">
        <p14:creationId xmlns:p14="http://schemas.microsoft.com/office/powerpoint/2010/main" val="37516216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shade val="82000"/>
                  </a:schemeClr>
                </a:solidFill>
              </a:defRPr>
            </a:lvl1pPr>
          </a:lstStyle>
          <a:p>
            <a:fld id="{50993C64-AC31-48F0-A011-13A785185AC7}" type="datetimeFigureOut">
              <a:rPr lang="en-IN" smtClean="0"/>
              <a:t>20-11-2025</a:t>
            </a:fld>
            <a:endParaRPr lang="en-IN"/>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shade val="82000"/>
                  </a:schemeClr>
                </a:solidFill>
              </a:defRPr>
            </a:lvl1pPr>
          </a:lstStyle>
          <a:p>
            <a:endParaRPr lang="en-IN"/>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shade val="82000"/>
                  </a:schemeClr>
                </a:solidFill>
              </a:defRPr>
            </a:lvl1pPr>
          </a:lstStyle>
          <a:p>
            <a:fld id="{B99FFAB1-E320-460F-8F10-C2CC3EDA558D}" type="slidenum">
              <a:rPr lang="en-IN" smtClean="0"/>
              <a:t>‹#›</a:t>
            </a:fld>
            <a:endParaRPr lang="en-IN"/>
          </a:p>
        </p:txBody>
      </p:sp>
    </p:spTree>
    <p:extLst>
      <p:ext uri="{BB962C8B-B14F-4D97-AF65-F5344CB8AC3E}">
        <p14:creationId xmlns:p14="http://schemas.microsoft.com/office/powerpoint/2010/main" val="1998714062"/>
      </p:ext>
    </p:extLst>
  </p:cSld>
  <p:clrMap bg1="dk1" tx1="lt1" bg2="dk2" tx2="lt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8" r:id="rId12"/>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25"/>
          <p:cNvSpPr txBox="1">
            <a:spLocks noGrp="1"/>
          </p:cNvSpPr>
          <p:nvPr>
            <p:ph type="ctrTitle"/>
          </p:nvPr>
        </p:nvSpPr>
        <p:spPr>
          <a:xfrm>
            <a:off x="829887" y="4874222"/>
            <a:ext cx="2576817" cy="458810"/>
          </a:xfrm>
          <a:prstGeom prst="rect">
            <a:avLst/>
          </a:prstGeom>
        </p:spPr>
        <p:txBody>
          <a:bodyPr spcFirstLastPara="1" wrap="square" lIns="91425" tIns="91425" rIns="91425" bIns="91425" anchor="b" anchorCtr="0">
            <a:noAutofit/>
          </a:bodyPr>
          <a:lstStyle/>
          <a:p>
            <a:pPr lvl="0" algn="l">
              <a:spcBef>
                <a:spcPts val="0"/>
              </a:spcBef>
            </a:pPr>
            <a:br>
              <a:rPr lang="en" sz="5400" dirty="0"/>
            </a:br>
            <a:r>
              <a:rPr lang="en" dirty="0"/>
              <a:t>                      </a:t>
            </a:r>
            <a:br>
              <a:rPr lang="en" sz="5400" dirty="0"/>
            </a:br>
            <a:r>
              <a:rPr lang="en" sz="5400" dirty="0"/>
              <a:t> World</a:t>
            </a:r>
            <a:br>
              <a:rPr lang="en" dirty="0"/>
            </a:br>
            <a:endParaRPr dirty="0"/>
          </a:p>
        </p:txBody>
      </p:sp>
      <p:sp>
        <p:nvSpPr>
          <p:cNvPr id="105" name="Google Shape;105;p25"/>
          <p:cNvSpPr txBox="1">
            <a:spLocks noGrp="1"/>
          </p:cNvSpPr>
          <p:nvPr>
            <p:ph type="subTitle" idx="1"/>
          </p:nvPr>
        </p:nvSpPr>
        <p:spPr>
          <a:xfrm>
            <a:off x="4503814" y="2847723"/>
            <a:ext cx="4097147" cy="1027186"/>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endParaRPr dirty="0"/>
          </a:p>
        </p:txBody>
      </p:sp>
      <p:sp>
        <p:nvSpPr>
          <p:cNvPr id="106" name="Google Shape;106;p25"/>
          <p:cNvSpPr txBox="1"/>
          <p:nvPr/>
        </p:nvSpPr>
        <p:spPr>
          <a:xfrm flipH="1">
            <a:off x="8184892" y="228600"/>
            <a:ext cx="730500" cy="3693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b="1">
                <a:solidFill>
                  <a:schemeClr val="dk1"/>
                </a:solidFill>
                <a:latin typeface="Space Grotesk"/>
                <a:ea typeface="Space Grotesk"/>
                <a:cs typeface="Space Grotesk"/>
                <a:sym typeface="Space Grotesk"/>
              </a:rPr>
              <a:t>Your Logo</a:t>
            </a:r>
            <a:endParaRPr sz="1200" b="1">
              <a:solidFill>
                <a:schemeClr val="dk1"/>
              </a:solidFill>
              <a:latin typeface="Space Grotesk"/>
              <a:ea typeface="Space Grotesk"/>
              <a:cs typeface="Space Grotesk"/>
              <a:sym typeface="Space Grotesk"/>
            </a:endParaRPr>
          </a:p>
        </p:txBody>
      </p:sp>
      <p:sp>
        <p:nvSpPr>
          <p:cNvPr id="107" name="Google Shape;107;p25"/>
          <p:cNvSpPr txBox="1"/>
          <p:nvPr/>
        </p:nvSpPr>
        <p:spPr>
          <a:xfrm rot="-5400000">
            <a:off x="-300150" y="3975850"/>
            <a:ext cx="828900" cy="123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800">
                <a:solidFill>
                  <a:schemeClr val="dk1"/>
                </a:solidFill>
                <a:latin typeface="Space Grotesk Medium"/>
                <a:ea typeface="Space Grotesk Medium"/>
                <a:cs typeface="Space Grotesk Medium"/>
                <a:sym typeface="Space Grotesk Medium"/>
              </a:rPr>
              <a:t>MM/DD/20XX</a:t>
            </a:r>
            <a:endParaRPr sz="800">
              <a:solidFill>
                <a:schemeClr val="dk1"/>
              </a:solidFill>
              <a:latin typeface="Space Grotesk Medium"/>
              <a:ea typeface="Space Grotesk Medium"/>
              <a:cs typeface="Space Grotesk Medium"/>
              <a:sym typeface="Space Grotesk Medium"/>
            </a:endParaRPr>
          </a:p>
        </p:txBody>
      </p:sp>
      <p:cxnSp>
        <p:nvCxnSpPr>
          <p:cNvPr id="108" name="Google Shape;108;p25"/>
          <p:cNvCxnSpPr>
            <a:stCxn id="107" idx="1"/>
          </p:cNvCxnSpPr>
          <p:nvPr/>
        </p:nvCxnSpPr>
        <p:spPr>
          <a:xfrm>
            <a:off x="114300" y="4451800"/>
            <a:ext cx="0" cy="749100"/>
          </a:xfrm>
          <a:prstGeom prst="straightConnector1">
            <a:avLst/>
          </a:prstGeom>
          <a:noFill/>
          <a:ln w="9525" cap="flat" cmpd="sng">
            <a:solidFill>
              <a:schemeClr val="dk1"/>
            </a:solidFill>
            <a:prstDash val="solid"/>
            <a:round/>
            <a:headEnd type="none" w="med" len="med"/>
            <a:tailEnd type="none" w="med" len="med"/>
          </a:ln>
        </p:spPr>
      </p:cxnSp>
      <p:cxnSp>
        <p:nvCxnSpPr>
          <p:cNvPr id="109" name="Google Shape;109;p25"/>
          <p:cNvCxnSpPr/>
          <p:nvPr/>
        </p:nvCxnSpPr>
        <p:spPr>
          <a:xfrm>
            <a:off x="5219400" y="3838650"/>
            <a:ext cx="3696000" cy="0"/>
          </a:xfrm>
          <a:prstGeom prst="straightConnector1">
            <a:avLst/>
          </a:prstGeom>
          <a:noFill/>
          <a:ln w="9525" cap="flat" cmpd="sng">
            <a:solidFill>
              <a:schemeClr val="dk1"/>
            </a:solidFill>
            <a:prstDash val="solid"/>
            <a:round/>
            <a:headEnd type="none" w="med" len="med"/>
            <a:tailEnd type="none" w="med" len="med"/>
          </a:ln>
        </p:spPr>
      </p:cxnSp>
      <p:pic>
        <p:nvPicPr>
          <p:cNvPr id="1030" name="Picture 6" descr="21,300+ Question Mark Symbol Drawing Stock Illustrations, Royalty-Free  Vector Graphics &amp; Clip Art - iStock">
            <a:extLst>
              <a:ext uri="{FF2B5EF4-FFF2-40B4-BE49-F238E27FC236}">
                <a16:creationId xmlns:a16="http://schemas.microsoft.com/office/drawing/2014/main" id="{4BF2E831-E025-C128-D416-3D48FF42CF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4648" y="0"/>
            <a:ext cx="4379352" cy="52009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164AA61-3A5E-C7CB-AE58-BFDC387AEEB2}"/>
              </a:ext>
            </a:extLst>
          </p:cNvPr>
          <p:cNvSpPr txBox="1"/>
          <p:nvPr/>
        </p:nvSpPr>
        <p:spPr>
          <a:xfrm>
            <a:off x="276896" y="927279"/>
            <a:ext cx="4603397" cy="3139321"/>
          </a:xfrm>
          <a:prstGeom prst="rect">
            <a:avLst/>
          </a:prstGeom>
          <a:noFill/>
        </p:spPr>
        <p:txBody>
          <a:bodyPr wrap="square">
            <a:spAutoFit/>
          </a:bodyPr>
          <a:lstStyle/>
          <a:p>
            <a:r>
              <a:rPr lang="en" sz="6600" dirty="0"/>
              <a:t>Unsolved</a:t>
            </a:r>
          </a:p>
          <a:p>
            <a:r>
              <a:rPr lang="en" sz="6600" dirty="0"/>
              <a:t>  Mystery</a:t>
            </a:r>
          </a:p>
          <a:p>
            <a:r>
              <a:rPr lang="en" sz="6600" dirty="0"/>
              <a:t>       of</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28"/>
          <p:cNvSpPr txBox="1">
            <a:spLocks noGrp="1"/>
          </p:cNvSpPr>
          <p:nvPr>
            <p:ph type="title"/>
          </p:nvPr>
        </p:nvSpPr>
        <p:spPr>
          <a:xfrm>
            <a:off x="357961" y="-150882"/>
            <a:ext cx="7496100" cy="150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n-IN" sz="6600" dirty="0"/>
              <a:t>       Bermuda</a:t>
            </a:r>
            <a:r>
              <a:rPr lang="en-IN" sz="4000" dirty="0"/>
              <a:t> triangle</a:t>
            </a:r>
            <a:endParaRPr sz="4000" dirty="0"/>
          </a:p>
        </p:txBody>
      </p:sp>
      <p:sp>
        <p:nvSpPr>
          <p:cNvPr id="174" name="Google Shape;174;p28"/>
          <p:cNvSpPr txBox="1">
            <a:spLocks noGrp="1"/>
          </p:cNvSpPr>
          <p:nvPr>
            <p:ph type="subTitle" idx="1"/>
          </p:nvPr>
        </p:nvSpPr>
        <p:spPr>
          <a:xfrm>
            <a:off x="3846917" y="1853632"/>
            <a:ext cx="5258475" cy="1630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200" dirty="0"/>
              <a:t>I</a:t>
            </a:r>
            <a:r>
              <a:rPr lang="en" sz="2000" dirty="0"/>
              <a:t>t is also known as </a:t>
            </a:r>
            <a:r>
              <a:rPr lang="en" sz="2400" b="1" dirty="0"/>
              <a:t>Devils Triangle</a:t>
            </a:r>
            <a:r>
              <a:rPr lang="en" sz="2000" dirty="0"/>
              <a:t>…A region in the Atlantic ocean  where ships and planes </a:t>
            </a:r>
            <a:r>
              <a:rPr lang="en" sz="2400" b="1" dirty="0"/>
              <a:t>mysteriously disappear </a:t>
            </a:r>
            <a:r>
              <a:rPr lang="en" sz="2000" dirty="0"/>
              <a:t>without a trace…</a:t>
            </a:r>
            <a:endParaRPr sz="2000" dirty="0"/>
          </a:p>
        </p:txBody>
      </p:sp>
      <p:pic>
        <p:nvPicPr>
          <p:cNvPr id="2050" name="Picture 2" descr="Bermuda Triangle | Horror">
            <a:extLst>
              <a:ext uri="{FF2B5EF4-FFF2-40B4-BE49-F238E27FC236}">
                <a16:creationId xmlns:a16="http://schemas.microsoft.com/office/drawing/2014/main" id="{E6DF7574-B194-F8B0-39D3-0C592BE85D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608" y="1356918"/>
            <a:ext cx="3407664" cy="370188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7C899-B61F-D0CF-0B90-894391FA148E}"/>
              </a:ext>
            </a:extLst>
          </p:cNvPr>
          <p:cNvSpPr>
            <a:spLocks noGrp="1"/>
          </p:cNvSpPr>
          <p:nvPr>
            <p:ph type="title"/>
          </p:nvPr>
        </p:nvSpPr>
        <p:spPr>
          <a:xfrm>
            <a:off x="55880" y="177100"/>
            <a:ext cx="7734860" cy="1097980"/>
          </a:xfrm>
        </p:spPr>
        <p:txBody>
          <a:bodyPr/>
          <a:lstStyle/>
          <a:p>
            <a:r>
              <a:rPr lang="en-IN" dirty="0"/>
              <a:t>                       </a:t>
            </a:r>
            <a:r>
              <a:rPr lang="en-IN" sz="6600" dirty="0"/>
              <a:t>T</a:t>
            </a:r>
            <a:r>
              <a:rPr lang="en-IN" sz="4400" dirty="0"/>
              <a:t>h</a:t>
            </a:r>
            <a:r>
              <a:rPr lang="en-IN" sz="3600" dirty="0"/>
              <a:t>e</a:t>
            </a:r>
            <a:r>
              <a:rPr lang="en-IN" sz="4800" dirty="0"/>
              <a:t> </a:t>
            </a:r>
            <a:r>
              <a:rPr lang="en-IN" sz="6000" dirty="0"/>
              <a:t>W</a:t>
            </a:r>
            <a:r>
              <a:rPr lang="en-IN" sz="4400" dirty="0"/>
              <a:t>o</a:t>
            </a:r>
            <a:r>
              <a:rPr lang="en-IN" sz="4000" dirty="0"/>
              <a:t>w</a:t>
            </a:r>
            <a:r>
              <a:rPr lang="en-IN" sz="4800" dirty="0"/>
              <a:t>! </a:t>
            </a:r>
            <a:r>
              <a:rPr lang="en-IN" sz="7200" dirty="0"/>
              <a:t>S</a:t>
            </a:r>
            <a:r>
              <a:rPr lang="en-IN" sz="4800" dirty="0"/>
              <a:t>ignal</a:t>
            </a:r>
            <a:endParaRPr lang="en-IN" dirty="0"/>
          </a:p>
        </p:txBody>
      </p:sp>
      <p:sp>
        <p:nvSpPr>
          <p:cNvPr id="3" name="Subtitle 2">
            <a:extLst>
              <a:ext uri="{FF2B5EF4-FFF2-40B4-BE49-F238E27FC236}">
                <a16:creationId xmlns:a16="http://schemas.microsoft.com/office/drawing/2014/main" id="{822F02FD-C895-37D0-6CC2-FEC7A1B90AF5}"/>
              </a:ext>
            </a:extLst>
          </p:cNvPr>
          <p:cNvSpPr>
            <a:spLocks noGrp="1"/>
          </p:cNvSpPr>
          <p:nvPr>
            <p:ph type="subTitle" idx="1"/>
          </p:nvPr>
        </p:nvSpPr>
        <p:spPr>
          <a:xfrm>
            <a:off x="3631842" y="1765450"/>
            <a:ext cx="5447764" cy="1934571"/>
          </a:xfrm>
        </p:spPr>
        <p:txBody>
          <a:bodyPr/>
          <a:lstStyle/>
          <a:p>
            <a:pPr marL="0" indent="0">
              <a:buNone/>
            </a:pPr>
            <a:r>
              <a:rPr lang="en-IN" sz="3200" dirty="0"/>
              <a:t>A </a:t>
            </a:r>
            <a:r>
              <a:rPr lang="en-IN" sz="2400" dirty="0"/>
              <a:t>strange </a:t>
            </a:r>
            <a:r>
              <a:rPr lang="en-IN" sz="2400" dirty="0" err="1"/>
              <a:t>soung</a:t>
            </a:r>
            <a:r>
              <a:rPr lang="en-IN" sz="2400" dirty="0"/>
              <a:t> was  detected in1977</a:t>
            </a:r>
          </a:p>
          <a:p>
            <a:pPr marL="0" indent="0">
              <a:buNone/>
            </a:pPr>
            <a:r>
              <a:rPr lang="en-IN" sz="3200" dirty="0"/>
              <a:t>s</a:t>
            </a:r>
            <a:r>
              <a:rPr lang="en-IN" sz="2400" dirty="0"/>
              <a:t>cientists tried to find it </a:t>
            </a:r>
            <a:r>
              <a:rPr lang="en-IN" sz="2400" dirty="0" err="1"/>
              <a:t>again,but</a:t>
            </a:r>
            <a:r>
              <a:rPr lang="en-IN" sz="2400" dirty="0"/>
              <a:t> it was never repeated…Many believe it may be </a:t>
            </a:r>
            <a:r>
              <a:rPr lang="en-IN" sz="2400" b="1" dirty="0"/>
              <a:t>Alien Civilization</a:t>
            </a:r>
            <a:endParaRPr lang="en-IN" b="1" dirty="0"/>
          </a:p>
        </p:txBody>
      </p:sp>
      <p:pic>
        <p:nvPicPr>
          <p:cNvPr id="3074" name="Picture 2" descr="The Signal NASA Couldn't Ignore | WOW SIGNAL Exposed - YouTube">
            <a:extLst>
              <a:ext uri="{FF2B5EF4-FFF2-40B4-BE49-F238E27FC236}">
                <a16:creationId xmlns:a16="http://schemas.microsoft.com/office/drawing/2014/main" id="{FA6F8C46-F856-1ED8-D458-5E8F4E2F51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07654"/>
            <a:ext cx="3304682" cy="39907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8528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DC67C-7A13-8890-46D1-73EA381701C7}"/>
              </a:ext>
            </a:extLst>
          </p:cNvPr>
          <p:cNvSpPr>
            <a:spLocks noGrp="1"/>
          </p:cNvSpPr>
          <p:nvPr>
            <p:ph type="title"/>
          </p:nvPr>
        </p:nvSpPr>
        <p:spPr>
          <a:xfrm>
            <a:off x="1974375" y="-476860"/>
            <a:ext cx="7496100" cy="1507800"/>
          </a:xfrm>
        </p:spPr>
        <p:txBody>
          <a:bodyPr/>
          <a:lstStyle/>
          <a:p>
            <a:r>
              <a:rPr lang="en-IN" sz="6000" dirty="0"/>
              <a:t>T</a:t>
            </a:r>
            <a:r>
              <a:rPr lang="en-IN" dirty="0"/>
              <a:t>he  </a:t>
            </a:r>
            <a:r>
              <a:rPr lang="en-IN" sz="6000" dirty="0"/>
              <a:t>P</a:t>
            </a:r>
            <a:r>
              <a:rPr lang="en-IN" sz="3600" dirty="0"/>
              <a:t>yramids</a:t>
            </a:r>
            <a:r>
              <a:rPr lang="en-IN" dirty="0"/>
              <a:t>  of  </a:t>
            </a:r>
            <a:r>
              <a:rPr lang="en-IN" sz="6000" dirty="0"/>
              <a:t>E</a:t>
            </a:r>
            <a:r>
              <a:rPr lang="en-IN" sz="3600" dirty="0"/>
              <a:t>gyp</a:t>
            </a:r>
            <a:r>
              <a:rPr lang="en-IN" sz="4000" dirty="0"/>
              <a:t>t</a:t>
            </a:r>
            <a:endParaRPr lang="en-IN" dirty="0"/>
          </a:p>
        </p:txBody>
      </p:sp>
      <p:sp>
        <p:nvSpPr>
          <p:cNvPr id="3" name="Subtitle 2">
            <a:extLst>
              <a:ext uri="{FF2B5EF4-FFF2-40B4-BE49-F238E27FC236}">
                <a16:creationId xmlns:a16="http://schemas.microsoft.com/office/drawing/2014/main" id="{CB5CF1F0-E526-C998-9C6B-C6F6F15858FE}"/>
              </a:ext>
            </a:extLst>
          </p:cNvPr>
          <p:cNvSpPr>
            <a:spLocks noGrp="1"/>
          </p:cNvSpPr>
          <p:nvPr>
            <p:ph type="subTitle" idx="1"/>
          </p:nvPr>
        </p:nvSpPr>
        <p:spPr>
          <a:xfrm>
            <a:off x="4171527" y="2047131"/>
            <a:ext cx="4972473" cy="1630800"/>
          </a:xfrm>
        </p:spPr>
        <p:txBody>
          <a:bodyPr/>
          <a:lstStyle/>
          <a:p>
            <a:pPr marL="0" indent="0">
              <a:buNone/>
            </a:pPr>
            <a:r>
              <a:rPr lang="en-IN" sz="2800" dirty="0"/>
              <a:t> </a:t>
            </a:r>
            <a:r>
              <a:rPr lang="en-IN" sz="2800" b="1" dirty="0"/>
              <a:t>Historians</a:t>
            </a:r>
            <a:r>
              <a:rPr lang="en-IN" sz="2800" dirty="0"/>
              <a:t> </a:t>
            </a:r>
            <a:r>
              <a:rPr lang="en-IN" sz="2000" dirty="0"/>
              <a:t>still don’t  know how the ancient      Egyptians built such huge structures with   perfect alignment using only simple tools….   yet there is no idea how they placed the    stones…it was the tallest man-made structure in the world for over </a:t>
            </a:r>
            <a:r>
              <a:rPr lang="en-IN" sz="2000" b="1" dirty="0"/>
              <a:t>3800</a:t>
            </a:r>
            <a:r>
              <a:rPr lang="en-IN" sz="2000" dirty="0"/>
              <a:t> </a:t>
            </a:r>
            <a:r>
              <a:rPr lang="en-IN" sz="2000" b="1" dirty="0"/>
              <a:t>years!!</a:t>
            </a:r>
            <a:endParaRPr lang="en-IN" sz="1600" b="1" dirty="0"/>
          </a:p>
        </p:txBody>
      </p:sp>
      <p:pic>
        <p:nvPicPr>
          <p:cNvPr id="2050" name="Picture 2" descr="Unraveling the Secrets of the Pyramids: Unveiling the Mysteries of Ancient  Egypt” — Tilak R. Shetty | by Tilak Shetty | Medium">
            <a:extLst>
              <a:ext uri="{FF2B5EF4-FFF2-40B4-BE49-F238E27FC236}">
                <a16:creationId xmlns:a16="http://schemas.microsoft.com/office/drawing/2014/main" id="{F7DF6239-E654-CEE1-32A9-83B38553E2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216359"/>
            <a:ext cx="4114356" cy="39271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37534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7B644-BFB0-5123-5E6A-F9D10483375C}"/>
              </a:ext>
            </a:extLst>
          </p:cNvPr>
          <p:cNvSpPr>
            <a:spLocks noGrp="1"/>
          </p:cNvSpPr>
          <p:nvPr>
            <p:ph type="title"/>
          </p:nvPr>
        </p:nvSpPr>
        <p:spPr>
          <a:xfrm>
            <a:off x="338070" y="0"/>
            <a:ext cx="7496100" cy="908303"/>
          </a:xfrm>
        </p:spPr>
        <p:txBody>
          <a:bodyPr/>
          <a:lstStyle/>
          <a:p>
            <a:r>
              <a:rPr lang="en-IN" sz="4400" dirty="0"/>
              <a:t>                    </a:t>
            </a:r>
            <a:r>
              <a:rPr lang="en-IN" sz="6000" dirty="0"/>
              <a:t>T</a:t>
            </a:r>
            <a:r>
              <a:rPr lang="en-IN" sz="3600" dirty="0"/>
              <a:t>h</a:t>
            </a:r>
            <a:r>
              <a:rPr lang="en-IN" dirty="0"/>
              <a:t>e </a:t>
            </a:r>
            <a:r>
              <a:rPr lang="en-IN" sz="6000" dirty="0"/>
              <a:t>D</a:t>
            </a:r>
            <a:r>
              <a:rPr lang="en-IN" dirty="0"/>
              <a:t>ancing </a:t>
            </a:r>
            <a:r>
              <a:rPr lang="en-IN" sz="6000" dirty="0"/>
              <a:t>P</a:t>
            </a:r>
            <a:r>
              <a:rPr lang="en-IN" dirty="0"/>
              <a:t>lague</a:t>
            </a:r>
          </a:p>
        </p:txBody>
      </p:sp>
      <p:sp>
        <p:nvSpPr>
          <p:cNvPr id="3" name="Subtitle 2">
            <a:extLst>
              <a:ext uri="{FF2B5EF4-FFF2-40B4-BE49-F238E27FC236}">
                <a16:creationId xmlns:a16="http://schemas.microsoft.com/office/drawing/2014/main" id="{BF8272C5-37BA-68B6-AAD2-053D6D2303B2}"/>
              </a:ext>
            </a:extLst>
          </p:cNvPr>
          <p:cNvSpPr>
            <a:spLocks noGrp="1"/>
          </p:cNvSpPr>
          <p:nvPr>
            <p:ph type="subTitle" idx="1"/>
          </p:nvPr>
        </p:nvSpPr>
        <p:spPr>
          <a:xfrm>
            <a:off x="3056809" y="1130601"/>
            <a:ext cx="6387300" cy="1630800"/>
          </a:xfrm>
        </p:spPr>
        <p:txBody>
          <a:bodyPr/>
          <a:lstStyle/>
          <a:p>
            <a:pPr marL="0" indent="0">
              <a:buNone/>
            </a:pPr>
            <a:r>
              <a:rPr lang="en-IN" sz="3600" dirty="0"/>
              <a:t>I</a:t>
            </a:r>
            <a:r>
              <a:rPr lang="en-IN" sz="2000" dirty="0"/>
              <a:t>n</a:t>
            </a:r>
            <a:r>
              <a:rPr lang="en-IN" dirty="0"/>
              <a:t> </a:t>
            </a:r>
            <a:r>
              <a:rPr lang="en-IN" sz="2000" dirty="0"/>
              <a:t>July 1518,in the city of Strasbourg ,a woman began dancing widely in the street and she could not stop…within a </a:t>
            </a:r>
            <a:r>
              <a:rPr lang="en-IN" sz="2000" dirty="0" err="1"/>
              <a:t>week,dozens</a:t>
            </a:r>
            <a:r>
              <a:rPr lang="en-IN" sz="2000" dirty="0"/>
              <a:t> of people joined her…they danced day and night…many collapsed from </a:t>
            </a:r>
            <a:r>
              <a:rPr lang="en-IN" sz="2000" dirty="0" err="1"/>
              <a:t>exhaustion,heart</a:t>
            </a:r>
            <a:r>
              <a:rPr lang="en-IN" sz="2000" dirty="0"/>
              <a:t> </a:t>
            </a:r>
            <a:r>
              <a:rPr lang="en-IN" sz="2000" dirty="0" err="1"/>
              <a:t>attack,or</a:t>
            </a:r>
            <a:r>
              <a:rPr lang="en-IN" sz="2000" dirty="0"/>
              <a:t> </a:t>
            </a:r>
            <a:r>
              <a:rPr lang="en-IN" sz="2000" dirty="0" err="1"/>
              <a:t>strokes..it</a:t>
            </a:r>
            <a:r>
              <a:rPr lang="en-IN" sz="2000" dirty="0"/>
              <a:t> lasted nearly </a:t>
            </a:r>
            <a:r>
              <a:rPr lang="en-IN" sz="2000" dirty="0" err="1"/>
              <a:t>month..beyond</a:t>
            </a:r>
            <a:r>
              <a:rPr lang="en-IN" sz="2000" dirty="0"/>
              <a:t> science many believes it as </a:t>
            </a:r>
            <a:r>
              <a:rPr lang="en-IN" sz="2400" b="1" dirty="0"/>
              <a:t>supernatural……</a:t>
            </a:r>
          </a:p>
        </p:txBody>
      </p:sp>
      <p:pic>
        <p:nvPicPr>
          <p:cNvPr id="1026" name="Picture 2" descr="The bizarre story of the deadly “dancing plague” of 1518 - Big Think">
            <a:extLst>
              <a:ext uri="{FF2B5EF4-FFF2-40B4-BE49-F238E27FC236}">
                <a16:creationId xmlns:a16="http://schemas.microsoft.com/office/drawing/2014/main" id="{AE18BEB1-9EF8-CD2B-9D54-EF5B648E8E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77476"/>
            <a:ext cx="2975020" cy="40660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65524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FFA1CB-32C2-AE27-9461-C4790218B605}"/>
              </a:ext>
            </a:extLst>
          </p:cNvPr>
          <p:cNvSpPr>
            <a:spLocks noGrp="1"/>
          </p:cNvSpPr>
          <p:nvPr>
            <p:ph type="sldNum" sz="quarter" idx="12"/>
          </p:nvPr>
        </p:nvSpPr>
        <p:spPr/>
        <p:txBody>
          <a:bodyPr/>
          <a:lstStyle/>
          <a:p>
            <a:fld id="{B99FFAB1-E320-460F-8F10-C2CC3EDA558D}" type="slidenum">
              <a:rPr lang="en-IN" smtClean="0"/>
              <a:t>6</a:t>
            </a:fld>
            <a:endParaRPr lang="en-IN"/>
          </a:p>
        </p:txBody>
      </p:sp>
      <p:pic>
        <p:nvPicPr>
          <p:cNvPr id="4" name="Picture 3" descr="A couple of benches on a dock&#10;&#10;AI-generated content may be incorrect.">
            <a:extLst>
              <a:ext uri="{FF2B5EF4-FFF2-40B4-BE49-F238E27FC236}">
                <a16:creationId xmlns:a16="http://schemas.microsoft.com/office/drawing/2014/main" id="{7B1E2162-BEA8-0138-D1BD-03834BDFDCEC}"/>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268722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371883D-B044-3C56-7D77-648BB53C4293}"/>
              </a:ext>
            </a:extLst>
          </p:cNvPr>
          <p:cNvSpPr>
            <a:spLocks noGrp="1"/>
          </p:cNvSpPr>
          <p:nvPr>
            <p:ph type="sldNum" sz="quarter" idx="12"/>
          </p:nvPr>
        </p:nvSpPr>
        <p:spPr/>
        <p:txBody>
          <a:bodyPr/>
          <a:lstStyle/>
          <a:p>
            <a:fld id="{B99FFAB1-E320-460F-8F10-C2CC3EDA558D}" type="slidenum">
              <a:rPr lang="en-IN" smtClean="0"/>
              <a:t>7</a:t>
            </a:fld>
            <a:endParaRPr lang="en-IN"/>
          </a:p>
        </p:txBody>
      </p:sp>
      <p:pic>
        <p:nvPicPr>
          <p:cNvPr id="5" name="Picture 4" descr="A black background with white text&#10;&#10;AI-generated content may be incorrect.">
            <a:extLst>
              <a:ext uri="{FF2B5EF4-FFF2-40B4-BE49-F238E27FC236}">
                <a16:creationId xmlns:a16="http://schemas.microsoft.com/office/drawing/2014/main" id="{5EE94935-DDA2-DD9F-30A1-C1DD36047D95}"/>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378486325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538D9D"/>
      </a:hlink>
      <a:folHlink>
        <a:srgbClr val="A5738E"/>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3A418E6B-C5F0-4B95-8D77-61E3EF3B5DF5}"/>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167</TotalTime>
  <Words>196</Words>
  <Application>Microsoft Office PowerPoint</Application>
  <PresentationFormat>On-screen Show (16:9)</PresentationFormat>
  <Paragraphs>17</Paragraphs>
  <Slides>7</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Space Grotesk Medium</vt:lpstr>
      <vt:lpstr>Aptos</vt:lpstr>
      <vt:lpstr>Arial</vt:lpstr>
      <vt:lpstr>Space Grotesk</vt:lpstr>
      <vt:lpstr>Aptos Display</vt:lpstr>
      <vt:lpstr>Office Theme</vt:lpstr>
      <vt:lpstr>                         World </vt:lpstr>
      <vt:lpstr>       Bermuda triangle</vt:lpstr>
      <vt:lpstr>                       The Wow! Signal</vt:lpstr>
      <vt:lpstr>The  Pyramids  of  Egypt</vt:lpstr>
      <vt:lpstr>                    The Dancing Plague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Pranethasri S.K</cp:lastModifiedBy>
  <cp:revision>4</cp:revision>
  <dcterms:modified xsi:type="dcterms:W3CDTF">2025-11-20T05:57:39Z</dcterms:modified>
</cp:coreProperties>
</file>